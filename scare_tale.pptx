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5867CE-E7B7-433E-9553-5918DF7327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AC6EE8-5787-4D6C-AC8F-F8A538C0CA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098A3-F627-4A21-A5AE-FEB0828728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8EAAB1-F06F-443A-BEDA-9C369EDC39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86A9B2-1EEF-43CA-8876-6D700FFE8B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06566B-F2FD-4B0A-808E-57A73A8D2F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82BC7-CFA9-4ADC-AB3D-DF2892A4C1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81A36F-101B-4839-8D93-0CB5BB0383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1BE336-09D5-49E0-AC1E-EB210AA5C6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2E33FB-9B0C-4E31-A40A-295757B205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7E6BA6-016F-4B89-AC0F-71F01E5B13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F26852-99C4-4DD3-83F2-16D26AE736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Aptos Display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F4AD4B-724B-426E-9DD0-3807F69C75F6}" type="slidenum">
              <a:rPr b="0" lang="ru-RU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Aptos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Aptos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Aptos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ptos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6000" spc="-1" strike="noStrike">
              <a:solidFill>
                <a:schemeClr val="dk1"/>
              </a:solidFill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Текст 3"/>
          <p:cNvSpPr/>
          <p:nvPr/>
        </p:nvSpPr>
        <p:spPr>
          <a:xfrm>
            <a:off x="4819680" y="6110280"/>
            <a:ext cx="6536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7465" lnSpcReduction="2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ptos"/>
                <a:ea typeface="Aptos"/>
              </a:rPr>
              <a:t>Авторы:</a:t>
            </a:r>
            <a:r>
              <a:rPr b="0" lang="ru-RU" sz="2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ptos"/>
                <a:ea typeface="Aptos"/>
              </a:rPr>
              <a:t> Воропаев Артём и Кузнецов Максим.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  <p:pic>
        <p:nvPicPr>
          <p:cNvPr id="44" name="Рисунок 4" descr="Изображение выглядит как темнота, аниме, на открытом воздухе, силуэт&#10;&#10;Содержимое, созданное искусственным интеллектом, может быть неверным."/>
          <p:cNvPicPr/>
          <p:nvPr/>
        </p:nvPicPr>
        <p:blipFill>
          <a:blip r:embed="rId1"/>
          <a:srcRect l="0" t="0" r="5049" b="-160"/>
          <a:stretch/>
        </p:blipFill>
        <p:spPr>
          <a:xfrm>
            <a:off x="-1080" y="738720"/>
            <a:ext cx="12231360" cy="5095440"/>
          </a:xfrm>
          <a:prstGeom prst="rect">
            <a:avLst/>
          </a:prstGeom>
          <a:ln w="0">
            <a:noFill/>
          </a:ln>
        </p:spPr>
      </p:pic>
      <p:sp>
        <p:nvSpPr>
          <p:cNvPr id="45" name="Заголовок 1"/>
          <p:cNvSpPr/>
          <p:nvPr/>
        </p:nvSpPr>
        <p:spPr>
          <a:xfrm>
            <a:off x="625680" y="3573000"/>
            <a:ext cx="6536520" cy="17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defTabSz="914400">
              <a:lnSpc>
                <a:spcPct val="90000"/>
              </a:lnSpc>
            </a:pPr>
            <a:r>
              <a:rPr b="0" lang="ru-RU" sz="7200" spc="-1" strike="noStrike">
                <a:solidFill>
                  <a:schemeClr val="lt1"/>
                </a:solidFill>
                <a:latin typeface="Comic Sans MS"/>
                <a:ea typeface="PMingLiU-ExtB"/>
              </a:rPr>
              <a:t>Scary tale</a:t>
            </a:r>
            <a:endParaRPr b="0" lang="ru-RU" sz="72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u-RU" sz="4400" spc="-1" strike="noStrike">
              <a:solidFill>
                <a:schemeClr val="dk1"/>
              </a:solidFill>
              <a:latin typeface="Aptos Display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8" name="Рисунок 3" descr="Изображение выглядит как дерево, мультфильм, аниме, ночь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-2880" y="-3600"/>
            <a:ext cx="12197160" cy="7612920"/>
          </a:xfrm>
          <a:prstGeom prst="rect">
            <a:avLst/>
          </a:prstGeom>
          <a:ln w="0">
            <a:noFill/>
          </a:ln>
        </p:spPr>
      </p:pic>
      <p:sp>
        <p:nvSpPr>
          <p:cNvPr id="49" name="Заголовок 1"/>
          <p:cNvSpPr/>
          <p:nvPr/>
        </p:nvSpPr>
        <p:spPr>
          <a:xfrm>
            <a:off x="-2160" y="95400"/>
            <a:ext cx="121906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ru-RU" sz="4400" spc="-1" strike="noStrike">
                <a:solidFill>
                  <a:schemeClr val="lt1"/>
                </a:solidFill>
                <a:latin typeface="Comic Sans MS"/>
                <a:ea typeface="Aptos Display"/>
              </a:rPr>
              <a:t>Концепция и атмосфера</a:t>
            </a: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0" name="Объект 2"/>
          <p:cNvSpPr/>
          <p:nvPr/>
        </p:nvSpPr>
        <p:spPr>
          <a:xfrm>
            <a:off x="308880" y="1419480"/>
            <a:ext cx="7518240" cy="14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3550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chemeClr val="lt1"/>
                </a:solidFill>
                <a:latin typeface="Aptos"/>
                <a:ea typeface="Aptos"/>
              </a:rPr>
              <a:t>Цель:</a:t>
            </a:r>
            <a:r>
              <a:rPr b="0" lang="en-US" sz="2800" spc="-1" strike="noStrike">
                <a:solidFill>
                  <a:schemeClr val="lt1"/>
                </a:solidFill>
                <a:latin typeface="Aptos"/>
                <a:ea typeface="Aptos"/>
              </a:rPr>
              <a:t> Создать игру с гнетущей сказочной атмосферой, где игроку нужно решать пространственные задачи.</a:t>
            </a: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1" name="TextBox 7"/>
          <p:cNvSpPr/>
          <p:nvPr/>
        </p:nvSpPr>
        <p:spPr>
          <a:xfrm>
            <a:off x="1009080" y="3744720"/>
            <a:ext cx="7770600" cy="30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ts val="4201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Segoe UI"/>
              </a:rPr>
              <a:t>Особенности: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Segoe UI"/>
              </a:rPr>
              <a:t>​</a:t>
            </a: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ts val="4201"/>
              </a:lnSpc>
              <a:buClr>
                <a:srgbClr val="ffffff"/>
              </a:buClr>
              <a:buFont typeface="Arial,Sans-Serif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Arial"/>
              </a:rPr>
              <a:t>Стилизованная графика.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​</a:t>
            </a: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ts val="4201"/>
              </a:lnSpc>
              <a:buClr>
                <a:srgbClr val="ffffff"/>
              </a:buClr>
              <a:buFont typeface="Arial,Sans-Serif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Arial"/>
              </a:rPr>
              <a:t>Система «стелс» (механика пряток в кустах).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​</a:t>
            </a: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ts val="4201"/>
              </a:lnSpc>
              <a:buClr>
                <a:srgbClr val="ffffff"/>
              </a:buClr>
              <a:buFont typeface="Arial,Sans-Serif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Arial"/>
              </a:rPr>
              <a:t>Интерактивные объекты (рычаги, инвентарь).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Arial"/>
              </a:rPr>
              <a:t>​</a:t>
            </a: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ts val="4201"/>
              </a:lnSpc>
              <a:buClr>
                <a:srgbClr val="ffffff"/>
              </a:buClr>
              <a:buFont typeface="Arial,Sans-Serif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Arial"/>
              </a:rPr>
              <a:t>Динамическое окружение.</a:t>
            </a:r>
            <a:endParaRPr b="0" lang="ru-RU" sz="2800" spc="-1" strike="noStrike">
              <a:solidFill>
                <a:srgbClr val="000000"/>
              </a:solidFill>
              <a:latin typeface="XO Oriel"/>
            </a:endParaRPr>
          </a:p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0" descr="Изображение выглядит как текст, снимок экрана, компьютер, искусство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-1440" y="0"/>
            <a:ext cx="12194280" cy="7612920"/>
          </a:xfrm>
          <a:prstGeom prst="rect">
            <a:avLst/>
          </a:prstGeom>
          <a:ln w="0">
            <a:noFill/>
          </a:ln>
        </p:spPr>
      </p:pic>
      <p:sp>
        <p:nvSpPr>
          <p:cNvPr id="53" name="TextBox 4"/>
          <p:cNvSpPr/>
          <p:nvPr/>
        </p:nvSpPr>
        <p:spPr>
          <a:xfrm>
            <a:off x="3940560" y="130320"/>
            <a:ext cx="4907880" cy="10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0" y="0"/>
            <a:ext cx="1219176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4400" spc="-1" strike="noStrike">
                <a:solidFill>
                  <a:schemeClr val="lt1"/>
                </a:solidFill>
                <a:latin typeface="Comic Sans MS"/>
                <a:ea typeface="Aptos"/>
              </a:rPr>
              <a:t>Распределение ролей</a:t>
            </a: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116640" y="772200"/>
            <a:ext cx="4997160" cy="29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ptos"/>
              </a:rPr>
              <a:t>Воропаев Артём: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defTabSz="914400"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chemeClr val="lt1"/>
                </a:solidFill>
                <a:latin typeface="Aptos"/>
              </a:rPr>
              <a:t>Разработка базовой логики движка и игровых состояний.</a:t>
            </a:r>
            <a:endParaRPr b="0" lang="ru-RU" sz="20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chemeClr val="lt1"/>
                </a:solidFill>
                <a:latin typeface="Aptos"/>
              </a:rPr>
              <a:t>Реализация первой концепции игры (в сеттинге «Космос»).</a:t>
            </a:r>
            <a:endParaRPr b="0" lang="ru-RU" sz="20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chemeClr val="lt1"/>
                </a:solidFill>
                <a:latin typeface="Aptos"/>
              </a:rPr>
              <a:t>Работа над архитектурой взаимодействия объектов.</a:t>
            </a:r>
            <a:endParaRPr b="0" lang="ru-RU" sz="2000" spc="-1" strike="noStrike">
              <a:solidFill>
                <a:srgbClr val="000000"/>
              </a:solidFill>
              <a:latin typeface="XO Oriel"/>
            </a:endParaRPr>
          </a:p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5939280" y="3808440"/>
            <a:ext cx="6120720" cy="30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ts val="2999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ptos"/>
                <a:ea typeface="Segoe UI"/>
              </a:rPr>
              <a:t>Кузнецов Максим: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  <a:ea typeface="Segoe UI"/>
              </a:rPr>
              <a:t>​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ts val="2999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ffffff"/>
                </a:solidFill>
                <a:latin typeface="Aptos"/>
                <a:ea typeface="Arial"/>
              </a:rPr>
              <a:t>Разработка визуального стиля и графических элементов (Мрачная сказка).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  <a:ea typeface="Arial"/>
              </a:rPr>
              <a:t>​</a:t>
            </a:r>
            <a:endParaRPr b="0" lang="ru-RU" sz="20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ts val="2999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ffffff"/>
                </a:solidFill>
                <a:latin typeface="Aptos"/>
                <a:ea typeface="Arial"/>
              </a:rPr>
              <a:t>Реализация механик стелса и освещения.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  <a:ea typeface="Arial"/>
              </a:rPr>
              <a:t>​</a:t>
            </a:r>
            <a:endParaRPr b="0" lang="ru-RU" sz="2000" spc="-1" strike="noStrike">
              <a:solidFill>
                <a:srgbClr val="000000"/>
              </a:solidFill>
              <a:latin typeface="XO Oriel"/>
            </a:endParaRPr>
          </a:p>
          <a:p>
            <a:pPr marL="228600" indent="-228600" defTabSz="914400">
              <a:lnSpc>
                <a:spcPts val="2999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ffffff"/>
                </a:solidFill>
                <a:latin typeface="Aptos"/>
                <a:ea typeface="Arial"/>
              </a:rPr>
              <a:t>Сборка финальной версии проекта и подготовка презентации.</a:t>
            </a:r>
            <a:endParaRPr b="0" lang="ru-RU" sz="2000" spc="-1" strike="noStrike">
              <a:solidFill>
                <a:srgbClr val="000000"/>
              </a:solidFill>
              <a:latin typeface="XO Oriel"/>
            </a:endParaRPr>
          </a:p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7" name="TextBox 9"/>
          <p:cNvSpPr/>
          <p:nvPr/>
        </p:nvSpPr>
        <p:spPr>
          <a:xfrm>
            <a:off x="7489440" y="2196720"/>
            <a:ext cx="192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pc="-1" strike="noStrike">
                <a:solidFill>
                  <a:schemeClr val="lt1"/>
                </a:solidFill>
                <a:latin typeface="Aptos"/>
              </a:rPr>
              <a:t>наши мысли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3" descr="Изображение выглядит как дерево, мультфильм, искусство, Цифровая сборка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-1080" y="-90000"/>
            <a:ext cx="12194280" cy="7607160"/>
          </a:xfrm>
          <a:prstGeom prst="rect">
            <a:avLst/>
          </a:prstGeom>
          <a:ln w="0">
            <a:noFill/>
          </a:ln>
        </p:spPr>
      </p:pic>
      <p:sp>
        <p:nvSpPr>
          <p:cNvPr id="59" name="TextBox 4"/>
          <p:cNvSpPr/>
          <p:nvPr/>
        </p:nvSpPr>
        <p:spPr>
          <a:xfrm>
            <a:off x="0" y="-89280"/>
            <a:ext cx="1219176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4400" spc="-1" strike="noStrike">
                <a:solidFill>
                  <a:schemeClr val="lt1"/>
                </a:solidFill>
                <a:latin typeface="Comic Sans MS"/>
                <a:ea typeface="Aptos"/>
              </a:rPr>
              <a:t>Техническая реализация</a:t>
            </a: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233280" y="2800800"/>
            <a:ext cx="88210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Архитектура:</a:t>
            </a:r>
            <a:r>
              <a:rPr b="0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 Использование ООП и классов </a:t>
            </a:r>
            <a:r>
              <a:rPr b="0" lang="ru-RU" sz="2400" spc="-1" strike="noStrike">
                <a:solidFill>
                  <a:schemeClr val="lt1"/>
                </a:solidFill>
                <a:latin typeface="Consolas"/>
                <a:ea typeface="Aptos"/>
              </a:rPr>
              <a:t>View</a:t>
            </a:r>
            <a:r>
              <a:rPr b="0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 для разделения меню, интро и самих уровней.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Сохранения:</a:t>
            </a:r>
            <a:r>
              <a:rPr b="0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 Реализована работа с файлами </a:t>
            </a:r>
            <a:r>
              <a:rPr b="0" lang="ru-RU" sz="2400" spc="-1" strike="noStrike">
                <a:solidFill>
                  <a:schemeClr val="lt1"/>
                </a:solidFill>
                <a:latin typeface="Consolas"/>
                <a:ea typeface="Aptos"/>
              </a:rPr>
              <a:t>JSON</a:t>
            </a:r>
            <a:r>
              <a:rPr b="0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 для отслеживания прогресса игрока и разблокировки уровней.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Математика:</a:t>
            </a:r>
            <a:r>
              <a:rPr b="0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 Применение тригонометрии (</a:t>
            </a:r>
            <a:r>
              <a:rPr b="0" lang="ru-RU" sz="2400" spc="-1" strike="noStrike">
                <a:solidFill>
                  <a:schemeClr val="lt1"/>
                </a:solidFill>
                <a:latin typeface="Consolas"/>
                <a:ea typeface="Aptos"/>
              </a:rPr>
              <a:t>math.sin</a:t>
            </a:r>
            <a:r>
              <a:rPr b="0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, </a:t>
            </a:r>
            <a:r>
              <a:rPr b="0" lang="ru-RU" sz="2400" spc="-1" strike="noStrike">
                <a:solidFill>
                  <a:schemeClr val="lt1"/>
                </a:solidFill>
                <a:latin typeface="Consolas"/>
                <a:ea typeface="Aptos"/>
              </a:rPr>
              <a:t>math.cos</a:t>
            </a:r>
            <a:r>
              <a:rPr b="0" lang="ru-RU" sz="2400" spc="-1" strike="noStrike">
                <a:solidFill>
                  <a:schemeClr val="lt1"/>
                </a:solidFill>
                <a:latin typeface="Aptos"/>
                <a:ea typeface="Aptos"/>
              </a:rPr>
              <a:t>) для плавной анимации «живого» мира и движения монстра.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2" name="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-1440"/>
            <a:ext cx="12191760" cy="6857640"/>
          </a:xfrm>
          <a:prstGeom prst="rect">
            <a:avLst/>
          </a:prstGeom>
          <a:gradFill rotWithShape="0">
            <a:gsLst>
              <a:gs pos="34000">
                <a:srgbClr val="000000">
                  <a:alpha val="96000"/>
                </a:srgbClr>
              </a:gs>
              <a:gs pos="100000">
                <a:srgbClr val="156082"/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3" name="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4680" y="-1440"/>
            <a:ext cx="8119440" cy="6857640"/>
          </a:xfrm>
          <a:prstGeom prst="rect">
            <a:avLst/>
          </a:prstGeom>
          <a:gradFill rotWithShape="0">
            <a:gsLst>
              <a:gs pos="28000">
                <a:srgbClr val="104862">
                  <a:alpha val="59000"/>
                </a:srgbClr>
              </a:gs>
              <a:gs pos="100000">
                <a:srgbClr val="000000">
                  <a:alpha val="70000"/>
                </a:srgbClr>
              </a:gs>
            </a:gsLst>
            <a:lin ang="21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4" name="Rectangl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0080" y="-2880"/>
            <a:ext cx="12200760" cy="6859080"/>
          </a:xfrm>
          <a:prstGeom prst="rect">
            <a:avLst/>
          </a:prstGeom>
          <a:gradFill rotWithShape="0">
            <a:gsLst>
              <a:gs pos="0">
                <a:srgbClr val="000000">
                  <a:alpha val="72000"/>
                </a:srgbClr>
              </a:gs>
              <a:gs pos="100000">
                <a:srgbClr val="156082">
                  <a:alpha val="24000"/>
                </a:srgbClr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5" name="Rectangl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7720" y="0"/>
            <a:ext cx="11717640" cy="6857640"/>
          </a:xfrm>
          <a:prstGeom prst="rect">
            <a:avLst/>
          </a:prstGeom>
          <a:gradFill rotWithShape="0">
            <a:gsLst>
              <a:gs pos="19000">
                <a:srgbClr val="000000">
                  <a:alpha val="62000"/>
                </a:srgbClr>
              </a:gs>
              <a:gs pos="100000">
                <a:srgbClr val="104862">
                  <a:alpha val="4400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142640" y="561240"/>
            <a:ext cx="9932400" cy="116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Aptos Display"/>
              </a:rPr>
              <a:t>Спасибо за внимание</a:t>
            </a:r>
            <a:endParaRPr b="0" lang="ru-RU" sz="4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60" y="2888280"/>
            <a:ext cx="12203280" cy="39679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0b3041">
                  <a:alpha val="55000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68" name="Рисунок 4" descr="Изображение выглядит как текст, снимок экрана, графический дизайн, Цифровая сборка&#10;&#10;Содержимое, созданное искусственным интеллектом, может быть неверным."/>
          <p:cNvPicPr/>
          <p:nvPr/>
        </p:nvPicPr>
        <p:blipFill>
          <a:blip r:embed="rId1"/>
          <a:srcRect l="66958" t="74665" r="502" b="9608"/>
          <a:stretch/>
        </p:blipFill>
        <p:spPr>
          <a:xfrm>
            <a:off x="1382040" y="2669040"/>
            <a:ext cx="4481640" cy="2164680"/>
          </a:xfrm>
          <a:prstGeom prst="rect">
            <a:avLst/>
          </a:prstGeom>
          <a:ln w="0">
            <a:noFill/>
          </a:ln>
        </p:spPr>
      </p:pic>
      <p:pic>
        <p:nvPicPr>
          <p:cNvPr id="69" name="Рисунок 5" descr="Изображение выглядит как текст, снимок экрана, графический дизайн, Цифровая сбор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74355" r="66829" b="10132"/>
          <a:stretch/>
        </p:blipFill>
        <p:spPr>
          <a:xfrm>
            <a:off x="6337080" y="2668680"/>
            <a:ext cx="4575240" cy="21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Редактор_презентаций/2.8.0.0$Linux_X86_64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2026-02-08T21:49:48Z</dcterms:created>
  <dc:creator/>
  <dc:description/>
  <dc:language>ru-RU</dc:language>
  <cp:lastModifiedBy/>
  <dcterms:modified xsi:type="dcterms:W3CDTF">2026-02-09T16:25:50Z</dcterms:modified>
  <cp:revision>111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5</vt:i4>
  </property>
</Properties>
</file>